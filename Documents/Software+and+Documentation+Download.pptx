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3"/>
  </p:notesMasterIdLst>
  <p:sldIdLst>
    <p:sldId id="329" r:id="rId2"/>
  </p:sldIdLst>
  <p:sldSz cx="9144000" cy="5143500" type="screen16x9"/>
  <p:notesSz cx="6858000" cy="9144000"/>
  <p:embeddedFontLst>
    <p:embeddedFont>
      <p:font typeface="Exo 2" panose="020B0604020202020204" charset="0"/>
      <p:regular r:id="rId4"/>
      <p:bold r:id="rId5"/>
      <p:italic r:id="rId6"/>
      <p:boldItalic r:id="rId7"/>
    </p:embeddedFont>
    <p:embeddedFont>
      <p:font typeface="Roboto Condensed Light" panose="02000000000000000000" pitchFamily="2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7A7"/>
    <a:srgbClr val="313955"/>
    <a:srgbClr val="068380"/>
    <a:srgbClr val="FFFFFF"/>
    <a:srgbClr val="325452"/>
    <a:srgbClr val="332E58"/>
    <a:srgbClr val="262A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5501BB-645D-4EEE-887A-36B06D075090}" v="166" dt="2024-01-29T18:18:40.118"/>
    <p1510:client id="{24EEA98C-EA99-4E65-B649-105ED924F4BB}" v="3" dt="2024-01-30T09:02:35.927"/>
  </p1510:revLst>
</p1510:revInfo>
</file>

<file path=ppt/tableStyles.xml><?xml version="1.0" encoding="utf-8"?>
<a:tblStyleLst xmlns:a="http://schemas.openxmlformats.org/drawingml/2006/main" def="{C40D6926-FC2F-4A48-8373-44DE4951C64A}">
  <a:tblStyle styleId="{C40D6926-FC2F-4A48-8373-44DE4951C64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0" d="100"/>
          <a:sy n="140" d="100"/>
        </p:scale>
        <p:origin x="774" y="-2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aguilar" userId="a4525a6b3b804b87" providerId="LiveId" clId="{24EEA98C-EA99-4E65-B649-105ED924F4BB}"/>
    <pc:docChg chg="undo custSel delSld modSld">
      <pc:chgData name="kevin aguilar" userId="a4525a6b3b804b87" providerId="LiveId" clId="{24EEA98C-EA99-4E65-B649-105ED924F4BB}" dt="2024-01-30T09:03:01.406" v="169" actId="400"/>
      <pc:docMkLst>
        <pc:docMk/>
      </pc:docMkLst>
      <pc:sldChg chg="del">
        <pc:chgData name="kevin aguilar" userId="a4525a6b3b804b87" providerId="LiveId" clId="{24EEA98C-EA99-4E65-B649-105ED924F4BB}" dt="2024-01-30T08:54:11.322" v="0" actId="47"/>
        <pc:sldMkLst>
          <pc:docMk/>
          <pc:sldMk cId="3170227476" sldId="303"/>
        </pc:sldMkLst>
      </pc:sldChg>
      <pc:sldChg chg="del">
        <pc:chgData name="kevin aguilar" userId="a4525a6b3b804b87" providerId="LiveId" clId="{24EEA98C-EA99-4E65-B649-105ED924F4BB}" dt="2024-01-30T08:54:18.035" v="2" actId="47"/>
        <pc:sldMkLst>
          <pc:docMk/>
          <pc:sldMk cId="0" sldId="316"/>
        </pc:sldMkLst>
      </pc:sldChg>
      <pc:sldChg chg="modSp mod">
        <pc:chgData name="kevin aguilar" userId="a4525a6b3b804b87" providerId="LiveId" clId="{24EEA98C-EA99-4E65-B649-105ED924F4BB}" dt="2024-01-30T09:03:01.406" v="169" actId="400"/>
        <pc:sldMkLst>
          <pc:docMk/>
          <pc:sldMk cId="3865721822" sldId="329"/>
        </pc:sldMkLst>
        <pc:spChg chg="mod">
          <ac:chgData name="kevin aguilar" userId="a4525a6b3b804b87" providerId="LiveId" clId="{24EEA98C-EA99-4E65-B649-105ED924F4BB}" dt="2024-01-30T09:03:01.406" v="169" actId="400"/>
          <ac:spMkLst>
            <pc:docMk/>
            <pc:sldMk cId="3865721822" sldId="329"/>
            <ac:spMk id="205" creationId="{00000000-0000-0000-0000-000000000000}"/>
          </ac:spMkLst>
        </pc:spChg>
      </pc:sldChg>
      <pc:sldChg chg="del">
        <pc:chgData name="kevin aguilar" userId="a4525a6b3b804b87" providerId="LiveId" clId="{24EEA98C-EA99-4E65-B649-105ED924F4BB}" dt="2024-01-30T08:54:11.322" v="0" actId="47"/>
        <pc:sldMkLst>
          <pc:docMk/>
          <pc:sldMk cId="1590517548" sldId="340"/>
        </pc:sldMkLst>
      </pc:sldChg>
      <pc:sldChg chg="del">
        <pc:chgData name="kevin aguilar" userId="a4525a6b3b804b87" providerId="LiveId" clId="{24EEA98C-EA99-4E65-B649-105ED924F4BB}" dt="2024-01-30T08:54:16.072" v="1" actId="47"/>
        <pc:sldMkLst>
          <pc:docMk/>
          <pc:sldMk cId="1050431933" sldId="341"/>
        </pc:sldMkLst>
      </pc:sldChg>
      <pc:sldChg chg="del">
        <pc:chgData name="kevin aguilar" userId="a4525a6b3b804b87" providerId="LiveId" clId="{24EEA98C-EA99-4E65-B649-105ED924F4BB}" dt="2024-01-30T08:54:16.072" v="1" actId="47"/>
        <pc:sldMkLst>
          <pc:docMk/>
          <pc:sldMk cId="2375074293" sldId="348"/>
        </pc:sldMkLst>
      </pc:sldChg>
      <pc:sldChg chg="del">
        <pc:chgData name="kevin aguilar" userId="a4525a6b3b804b87" providerId="LiveId" clId="{24EEA98C-EA99-4E65-B649-105ED924F4BB}" dt="2024-01-30T08:54:16.072" v="1" actId="47"/>
        <pc:sldMkLst>
          <pc:docMk/>
          <pc:sldMk cId="151027035" sldId="349"/>
        </pc:sldMkLst>
      </pc:sldChg>
      <pc:sldChg chg="del">
        <pc:chgData name="kevin aguilar" userId="a4525a6b3b804b87" providerId="LiveId" clId="{24EEA98C-EA99-4E65-B649-105ED924F4BB}" dt="2024-01-30T08:54:16.072" v="1" actId="47"/>
        <pc:sldMkLst>
          <pc:docMk/>
          <pc:sldMk cId="870452488" sldId="350"/>
        </pc:sldMkLst>
      </pc:sldChg>
      <pc:sldChg chg="del">
        <pc:chgData name="kevin aguilar" userId="a4525a6b3b804b87" providerId="LiveId" clId="{24EEA98C-EA99-4E65-B649-105ED924F4BB}" dt="2024-01-30T08:54:16.072" v="1" actId="47"/>
        <pc:sldMkLst>
          <pc:docMk/>
          <pc:sldMk cId="1769866448" sldId="351"/>
        </pc:sldMkLst>
      </pc:sldChg>
      <pc:sldMasterChg chg="delSldLayout">
        <pc:chgData name="kevin aguilar" userId="a4525a6b3b804b87" providerId="LiveId" clId="{24EEA98C-EA99-4E65-B649-105ED924F4BB}" dt="2024-01-30T08:54:18.035" v="2" actId="47"/>
        <pc:sldMasterMkLst>
          <pc:docMk/>
          <pc:sldMasterMk cId="0" sldId="2147483677"/>
        </pc:sldMasterMkLst>
        <pc:sldLayoutChg chg="del">
          <pc:chgData name="kevin aguilar" userId="a4525a6b3b804b87" providerId="LiveId" clId="{24EEA98C-EA99-4E65-B649-105ED924F4BB}" dt="2024-01-30T08:54:18.035" v="2" actId="47"/>
          <pc:sldLayoutMkLst>
            <pc:docMk/>
            <pc:sldMasterMk cId="0" sldId="2147483677"/>
            <pc:sldLayoutMk cId="0" sldId="2147483648"/>
          </pc:sldLayoutMkLst>
        </pc:sldLayoutChg>
        <pc:sldLayoutChg chg="del">
          <pc:chgData name="kevin aguilar" userId="a4525a6b3b804b87" providerId="LiveId" clId="{24EEA98C-EA99-4E65-B649-105ED924F4BB}" dt="2024-01-30T08:54:11.322" v="0" actId="47"/>
          <pc:sldLayoutMkLst>
            <pc:docMk/>
            <pc:sldMasterMk cId="0" sldId="2147483677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9baafe93df_0_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9baafe93df_0_3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38394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ctrTitle"/>
          </p:nvPr>
        </p:nvSpPr>
        <p:spPr>
          <a:xfrm>
            <a:off x="2638350" y="376498"/>
            <a:ext cx="3867300" cy="20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ubTitle" idx="1"/>
          </p:nvPr>
        </p:nvSpPr>
        <p:spPr>
          <a:xfrm>
            <a:off x="2580225" y="2314225"/>
            <a:ext cx="3983400" cy="10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>
            <a:spLocks noGrp="1"/>
          </p:cNvSpPr>
          <p:nvPr>
            <p:ph type="ctrTitle"/>
          </p:nvPr>
        </p:nvSpPr>
        <p:spPr>
          <a:xfrm flipH="1">
            <a:off x="695425" y="1514475"/>
            <a:ext cx="3559800" cy="78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subTitle" idx="1"/>
          </p:nvPr>
        </p:nvSpPr>
        <p:spPr>
          <a:xfrm flipH="1">
            <a:off x="1581025" y="2559200"/>
            <a:ext cx="26742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>
            <a:spLocks noGrp="1"/>
          </p:cNvSpPr>
          <p:nvPr>
            <p:ph type="title" hasCustomPrompt="1"/>
          </p:nvPr>
        </p:nvSpPr>
        <p:spPr>
          <a:xfrm>
            <a:off x="2250675" y="1001350"/>
            <a:ext cx="6191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9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1"/>
          </p:nvPr>
        </p:nvSpPr>
        <p:spPr>
          <a:xfrm>
            <a:off x="2107950" y="2895050"/>
            <a:ext cx="6191100" cy="69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6">
            <a:alphaModFix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 trans="12000" detail="0"/>
                    </a14:imgEffect>
                    <a14:imgEffect>
                      <a14:colorTemperature colorTemp="7200"/>
                    </a14:imgEffect>
                    <a14:imgEffect>
                      <a14:brightnessContrast bright="7000" contrast="14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Exo 2"/>
              <a:buNone/>
              <a:defRPr sz="2800" b="1">
                <a:solidFill>
                  <a:srgbClr val="434343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 sz="12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2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12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 sz="12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2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12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 sz="12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2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12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6" r:id="rId2"/>
    <p:sldLayoutId id="2147483657" r:id="rId3"/>
    <p:sldLayoutId id="2147483658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.com/en/evaluation-tools/nucleo-f446re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freertos.org/" TargetMode="External"/><Relationship Id="rId4" Type="http://schemas.openxmlformats.org/officeDocument/2006/relationships/hyperlink" Target="https://www.st.com/en/microcontrollers-microprocessors/stm32f446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/>
          <p:cNvSpPr txBox="1">
            <a:spLocks noGrp="1"/>
          </p:cNvSpPr>
          <p:nvPr>
            <p:ph type="subTitle" idx="1"/>
          </p:nvPr>
        </p:nvSpPr>
        <p:spPr>
          <a:xfrm>
            <a:off x="211539" y="1574373"/>
            <a:ext cx="8679977" cy="32569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40080" lvl="1" indent="-34290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13955"/>
                </a:solidFill>
                <a:latin typeface="Exo 2" panose="020B0604020202020204" charset="0"/>
              </a:rPr>
              <a:t>NUCLEO-F446RE Resources: </a:t>
            </a:r>
            <a:r>
              <a:rPr lang="en-US" sz="1600" dirty="0">
                <a:solidFill>
                  <a:srgbClr val="0097A7"/>
                </a:solidFill>
                <a:latin typeface="Exo 2" panose="020B060402020202020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https://www.st.com/en/evaluation-tools/nucleo-f446re.html</a:t>
            </a:r>
            <a:endParaRPr lang="en-US" sz="1600" dirty="0">
              <a:solidFill>
                <a:srgbClr val="0097A7"/>
              </a:solidFill>
              <a:latin typeface="Exo 2" panose="020B0604020202020204" charset="0"/>
            </a:endParaRPr>
          </a:p>
          <a:p>
            <a:pPr marL="1097280" lvl="2" indent="-342900">
              <a:lnSpc>
                <a:spcPts val="1700"/>
              </a:lnSpc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313955"/>
                </a:solidFill>
                <a:latin typeface="Exo 2" panose="020B0604020202020204" charset="0"/>
              </a:rPr>
              <a:t>Nucleo-64 Board User Manual</a:t>
            </a:r>
          </a:p>
          <a:p>
            <a:pPr marL="1097280" lvl="2" indent="-342900">
              <a:lnSpc>
                <a:spcPts val="1700"/>
              </a:lnSpc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313955"/>
                </a:solidFill>
                <a:latin typeface="Exo 2" panose="020B0604020202020204" charset="0"/>
              </a:rPr>
              <a:t>CMSIS Core (Contained in the STM32F4CubeF4 Software Package)</a:t>
            </a:r>
          </a:p>
          <a:p>
            <a:pPr marL="1097280" lvl="2" indent="-342900">
              <a:lnSpc>
                <a:spcPts val="17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313955"/>
              </a:solidFill>
              <a:latin typeface="Exo 2" panose="020B0604020202020204" charset="0"/>
            </a:endParaRPr>
          </a:p>
          <a:p>
            <a:pPr marL="640080" lvl="1" indent="-34290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13955"/>
                </a:solidFill>
                <a:latin typeface="Exo 2" panose="020B0604020202020204" charset="0"/>
              </a:rPr>
              <a:t>STM32F446 Resources: </a:t>
            </a:r>
            <a:r>
              <a:rPr lang="en-US" sz="1600" dirty="0">
                <a:solidFill>
                  <a:srgbClr val="0097A7"/>
                </a:solidFill>
                <a:latin typeface="Exo 2" panose="020B060402020202020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https://www.st.com/en/microcontrollers-microprocessors/stm32f446.html</a:t>
            </a:r>
            <a:endParaRPr lang="en-US" sz="1600" dirty="0">
              <a:solidFill>
                <a:srgbClr val="0097A7"/>
              </a:solidFill>
              <a:latin typeface="Exo 2" panose="020B0604020202020204" charset="0"/>
            </a:endParaRPr>
          </a:p>
          <a:p>
            <a:pPr marL="1097280" lvl="2" indent="-342900">
              <a:lnSpc>
                <a:spcPts val="1700"/>
              </a:lnSpc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313955"/>
                </a:solidFill>
                <a:latin typeface="Exo 2" panose="020B0604020202020204" charset="0"/>
              </a:rPr>
              <a:t>STM32F446 Datasheet</a:t>
            </a:r>
          </a:p>
          <a:p>
            <a:pPr marL="1097280" lvl="2" indent="-342900">
              <a:lnSpc>
                <a:spcPts val="1700"/>
              </a:lnSpc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313955"/>
                </a:solidFill>
                <a:latin typeface="Exo 2" panose="020B0604020202020204" charset="0"/>
              </a:rPr>
              <a:t>STM32F446 Reference Manual</a:t>
            </a:r>
          </a:p>
          <a:p>
            <a:pPr marL="1097280" lvl="2" indent="-342900">
              <a:lnSpc>
                <a:spcPts val="1700"/>
              </a:lnSpc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313955"/>
                </a:solidFill>
                <a:latin typeface="Exo 2" panose="020B0604020202020204" charset="0"/>
              </a:rPr>
              <a:t>STM32 Cortex-M4 Programming Manual</a:t>
            </a:r>
          </a:p>
          <a:p>
            <a:pPr marL="640080" lvl="1" indent="-342900">
              <a:lnSpc>
                <a:spcPts val="1700"/>
              </a:lnSpc>
              <a:buFont typeface="Wingdings" panose="05000000000000000000" pitchFamily="2" charset="2"/>
              <a:buChar char="ü"/>
            </a:pPr>
            <a:endParaRPr lang="en-US" sz="1600" dirty="0">
              <a:solidFill>
                <a:srgbClr val="313955"/>
              </a:solidFill>
              <a:latin typeface="Exo 2" panose="020B0604020202020204" charset="0"/>
            </a:endParaRPr>
          </a:p>
          <a:p>
            <a:pPr marL="640080" lvl="1" indent="-34290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13955"/>
                </a:solidFill>
                <a:latin typeface="Exo 2" panose="020B0604020202020204" charset="0"/>
              </a:rPr>
              <a:t>FreeRTOS: </a:t>
            </a:r>
            <a:r>
              <a:rPr lang="en-US" sz="1600" u="sng" dirty="0">
                <a:solidFill>
                  <a:srgbClr val="0097A7"/>
                </a:solidFill>
                <a:latin typeface="Exo 2" panose="020B060402020202020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https://freertos.org/</a:t>
            </a:r>
            <a:endParaRPr lang="en-US" sz="1600" u="sng" dirty="0">
              <a:solidFill>
                <a:srgbClr val="0097A7"/>
              </a:solidFill>
              <a:latin typeface="Exo 2" panose="020B0604020202020204" charset="0"/>
            </a:endParaRPr>
          </a:p>
          <a:p>
            <a:pPr marL="1097280" lvl="2" indent="-342900">
              <a:lnSpc>
                <a:spcPts val="1700"/>
              </a:lnSpc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313955"/>
                </a:solidFill>
                <a:latin typeface="Exo 2" panose="020B0604020202020204" charset="0"/>
              </a:rPr>
              <a:t>FreeRTOS</a:t>
            </a:r>
          </a:p>
          <a:p>
            <a:pPr marL="640080" lvl="1" indent="-342900">
              <a:lnSpc>
                <a:spcPts val="17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313955"/>
              </a:solidFill>
              <a:latin typeface="Exo 2" panose="020B0604020202020204" charset="0"/>
            </a:endParaRPr>
          </a:p>
          <a:p>
            <a:pPr marL="640080" lvl="1" indent="-342900">
              <a:lnSpc>
                <a:spcPts val="17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313955"/>
              </a:solidFill>
              <a:latin typeface="Exo 2" panose="020B0604020202020204" charset="0"/>
            </a:endParaRPr>
          </a:p>
          <a:p>
            <a:pPr marL="640080" lvl="1" indent="-342900">
              <a:lnSpc>
                <a:spcPts val="17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313955"/>
              </a:solidFill>
              <a:latin typeface="Exo 2" panose="020B0604020202020204" charset="0"/>
            </a:endParaRPr>
          </a:p>
          <a:p>
            <a:pPr marL="640080" lvl="1" indent="-34290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en-US" sz="1600" strike="sngStrike" dirty="0">
                <a:solidFill>
                  <a:srgbClr val="313955"/>
                </a:solidFill>
                <a:latin typeface="Exo 2" panose="020B0604020202020204" charset="0"/>
              </a:rPr>
              <a:t>CMSIS Core</a:t>
            </a:r>
          </a:p>
          <a:p>
            <a:pPr marL="640080" lvl="1" indent="-342900">
              <a:lnSpc>
                <a:spcPts val="1700"/>
              </a:lnSpc>
              <a:buFont typeface="Arial" panose="020B0604020202020204" pitchFamily="34" charset="0"/>
              <a:buChar char="•"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313955"/>
              </a:solidFill>
              <a:effectLst/>
              <a:uLnTx/>
              <a:uFillTx/>
              <a:latin typeface="Exo 2" panose="020B0604020202020204" charset="0"/>
              <a:ea typeface="Roboto Condensed Light"/>
              <a:sym typeface="Roboto Condensed Light"/>
            </a:endParaRPr>
          </a:p>
          <a:p>
            <a:pPr marL="640080" lvl="1" indent="-34290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kumimoji="0" lang="en-US" sz="1600" b="0" i="0" u="none" strike="sngStrike" kern="0" cap="none" spc="0" normalizeH="0" baseline="0" noProof="0" dirty="0">
                <a:ln>
                  <a:noFill/>
                </a:ln>
                <a:solidFill>
                  <a:srgbClr val="313955"/>
                </a:solidFill>
                <a:effectLst/>
                <a:uLnTx/>
                <a:uFillTx/>
                <a:latin typeface="Exo 2" panose="020B0604020202020204" charset="0"/>
                <a:ea typeface="Roboto Condensed Light"/>
                <a:sym typeface="Roboto Condensed Light"/>
              </a:rPr>
              <a:t>FreeRTOS</a:t>
            </a:r>
          </a:p>
          <a:p>
            <a:pPr marL="640080" lvl="1" indent="-342900">
              <a:lnSpc>
                <a:spcPts val="17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313955"/>
              </a:solidFill>
              <a:latin typeface="Exo 2" panose="020B0604020202020204" charset="0"/>
            </a:endParaRPr>
          </a:p>
          <a:p>
            <a:pPr marL="640080" lvl="1" indent="-34290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kumimoji="0" lang="en-US" sz="1600" b="0" i="0" u="none" strike="sngStrike" kern="0" cap="none" spc="0" normalizeH="0" baseline="0" noProof="0" dirty="0">
                <a:ln>
                  <a:noFill/>
                </a:ln>
                <a:solidFill>
                  <a:srgbClr val="313955"/>
                </a:solidFill>
                <a:effectLst/>
                <a:uLnTx/>
                <a:uFillTx/>
                <a:latin typeface="Exo 2" panose="020B0604020202020204" charset="0"/>
                <a:ea typeface="Roboto Condensed Light"/>
                <a:sym typeface="Roboto Condensed Light"/>
              </a:rPr>
              <a:t>Nucleo-64 Board User Manual</a:t>
            </a:r>
          </a:p>
          <a:p>
            <a:pPr marL="640080" lvl="1" indent="-342900">
              <a:lnSpc>
                <a:spcPts val="17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313955"/>
              </a:solidFill>
              <a:latin typeface="Exo 2" panose="020B0604020202020204" charset="0"/>
            </a:endParaRPr>
          </a:p>
          <a:p>
            <a:pPr marL="640080" lvl="1" indent="-34290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en-US" sz="1600" strike="sngStrike" dirty="0">
                <a:solidFill>
                  <a:srgbClr val="313955"/>
                </a:solidFill>
                <a:latin typeface="Exo 2" panose="020B0604020202020204" charset="0"/>
              </a:rPr>
              <a:t>STM32F446 Datasheet</a:t>
            </a:r>
          </a:p>
          <a:p>
            <a:pPr marL="640080" lvl="1" indent="-342900">
              <a:lnSpc>
                <a:spcPts val="17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313955"/>
              </a:solidFill>
              <a:latin typeface="Exo 2" panose="020B0604020202020204" charset="0"/>
            </a:endParaRPr>
          </a:p>
          <a:p>
            <a:pPr marL="640080" lvl="1" indent="-34290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en-US" sz="1600" strike="sngStrike" dirty="0">
                <a:solidFill>
                  <a:srgbClr val="313955"/>
                </a:solidFill>
                <a:latin typeface="Exo 2" panose="020B0604020202020204" charset="0"/>
              </a:rPr>
              <a:t>STM32F446 Reference Manual</a:t>
            </a:r>
          </a:p>
          <a:p>
            <a:pPr marL="640080" lvl="1" indent="-342900">
              <a:lnSpc>
                <a:spcPts val="17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313955"/>
              </a:solidFill>
              <a:latin typeface="Exo 2" panose="020B0604020202020204" charset="0"/>
            </a:endParaRPr>
          </a:p>
          <a:p>
            <a:pPr marL="640080" lvl="1" indent="-34290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en-US" sz="1600" strike="sngStrike" dirty="0">
                <a:solidFill>
                  <a:srgbClr val="313955"/>
                </a:solidFill>
                <a:latin typeface="Exo 2" panose="020B0604020202020204" charset="0"/>
              </a:rPr>
              <a:t>STM32 Cortex-M4 Programming Manual</a:t>
            </a:r>
            <a:endParaRPr lang="en" sz="1600" strike="sngStrike" dirty="0">
              <a:solidFill>
                <a:srgbClr val="313955"/>
              </a:solidFill>
              <a:latin typeface="Exo 2" panose="020B0604020202020204" charset="0"/>
            </a:endParaRPr>
          </a:p>
          <a:p>
            <a:pPr marL="640080" lvl="1" indent="-342900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" sz="1600" dirty="0">
              <a:solidFill>
                <a:srgbClr val="313955"/>
              </a:solidFill>
              <a:latin typeface="Exo 2" panose="020B0604020202020204" charset="0"/>
            </a:endParaRPr>
          </a:p>
          <a:p>
            <a:pPr marL="640080" lvl="1" indent="-342900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" sz="1600" dirty="0">
              <a:solidFill>
                <a:srgbClr val="313955"/>
              </a:solidFill>
              <a:latin typeface="Exo 2" panose="020B0604020202020204" charset="0"/>
            </a:endParaRPr>
          </a:p>
          <a:p>
            <a:pPr marL="640080" lvl="1" indent="-342900">
              <a:lnSpc>
                <a:spcPts val="1800"/>
              </a:lnSpc>
              <a:buFont typeface="+mj-lt"/>
              <a:buAutoNum type="arabicPeriod"/>
            </a:pPr>
            <a:endParaRPr lang="en" sz="1600" dirty="0">
              <a:solidFill>
                <a:srgbClr val="313955"/>
              </a:solidFill>
              <a:latin typeface="Exo 2" panose="020B0604020202020204" charset="0"/>
            </a:endParaRPr>
          </a:p>
          <a:p>
            <a:pPr marL="868680" lvl="7" indent="-228600">
              <a:lnSpc>
                <a:spcPts val="1800"/>
              </a:lnSpc>
              <a:buFont typeface="+mj-lt"/>
              <a:buAutoNum type="arabicPeriod"/>
            </a:pPr>
            <a:endParaRPr lang="en-US" b="1" dirty="0">
              <a:solidFill>
                <a:srgbClr val="313955"/>
              </a:solidFill>
            </a:endParaRPr>
          </a:p>
        </p:txBody>
      </p:sp>
      <p:sp>
        <p:nvSpPr>
          <p:cNvPr id="206" name="Google Shape;206;p37"/>
          <p:cNvSpPr txBox="1">
            <a:spLocks noGrp="1"/>
          </p:cNvSpPr>
          <p:nvPr>
            <p:ph type="ctrTitle"/>
          </p:nvPr>
        </p:nvSpPr>
        <p:spPr>
          <a:xfrm>
            <a:off x="0" y="708309"/>
            <a:ext cx="9144000" cy="6085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313955"/>
                </a:solidFill>
              </a:rPr>
              <a:t>Software &amp; Documentation</a:t>
            </a:r>
            <a:endParaRPr dirty="0">
              <a:solidFill>
                <a:srgbClr val="3139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5721822"/>
      </p:ext>
    </p:extLst>
  </p:cSld>
  <p:clrMapOvr>
    <a:masterClrMapping/>
  </p:clrMapOvr>
</p:sld>
</file>

<file path=ppt/theme/theme1.xml><?xml version="1.0" encoding="utf-8"?>
<a:theme xmlns:a="http://schemas.openxmlformats.org/drawingml/2006/main" name="Tech Newsletter XL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3F3F3"/>
      </a:accent1>
      <a:accent2>
        <a:srgbClr val="D9D9D9"/>
      </a:accent2>
      <a:accent3>
        <a:srgbClr val="B7B7B7"/>
      </a:accent3>
      <a:accent4>
        <a:srgbClr val="999999"/>
      </a:accent4>
      <a:accent5>
        <a:srgbClr val="666666"/>
      </a:accent5>
      <a:accent6>
        <a:srgbClr val="000000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10631</TotalTime>
  <Words>87</Words>
  <Application>Microsoft Office PowerPoint</Application>
  <PresentationFormat>On-screen Show (16:9)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Roboto Condensed Light</vt:lpstr>
      <vt:lpstr>Exo 2</vt:lpstr>
      <vt:lpstr>Arial</vt:lpstr>
      <vt:lpstr>Wingdings</vt:lpstr>
      <vt:lpstr>Tech Newsletter XL by Slidesgo</vt:lpstr>
      <vt:lpstr>Software &amp; Documentation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and Documentation Download</dc:title>
  <dc:creator>kevin aguilar</dc:creator>
  <cp:lastModifiedBy>kevin aguilar</cp:lastModifiedBy>
  <cp:revision>4</cp:revision>
  <dcterms:modified xsi:type="dcterms:W3CDTF">2024-01-30T09:03:01Z</dcterms:modified>
</cp:coreProperties>
</file>